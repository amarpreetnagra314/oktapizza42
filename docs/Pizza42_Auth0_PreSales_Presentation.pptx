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from uploaded Pizza42 Auth0 architecture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Pizza42 + Auth0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CIAM Architecture &amp; Pre-Sales Solution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Offload credential management and reduce liability</a:t>
            </a:r>
          </a:p>
          <a:p>
            <a:r>
              <a:t>Deliver frictionless customer login experiences</a:t>
            </a:r>
          </a:p>
          <a:p>
            <a:r>
              <a:t>Enable social login and passkeys</a:t>
            </a:r>
          </a:p>
          <a:p>
            <a:r>
              <a:t>Improve security posture with modern OAuth/OIDC</a:t>
            </a:r>
          </a:p>
          <a:p>
            <a:r>
              <a:t>Support future personalization and GenAI experiences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SPA frontend using Auth0 Universal Login</a:t>
            </a:r>
          </a:p>
          <a:p>
            <a:r>
              <a:t>Auth0 API protecting backend resources</a:t>
            </a:r>
          </a:p>
          <a:p>
            <a:r>
              <a:t>Serverless backend validating JWT access tokens</a:t>
            </a:r>
          </a:p>
          <a:p>
            <a:r>
              <a:t>Machine-to-Machine application for Management API access</a:t>
            </a:r>
          </a:p>
          <a:p>
            <a:r>
              <a:t>Post-Login Action injecting custom 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Universal Login?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Pizza42 never handles customer passwords</a:t>
            </a:r>
          </a:p>
          <a:p>
            <a:r>
              <a:t>Built-in MFA, password reset, social login, passkeys</a:t>
            </a:r>
          </a:p>
          <a:p>
            <a:r>
              <a:t>Centralized authentication and lower phishing risk</a:t>
            </a:r>
          </a:p>
          <a:p>
            <a:r>
              <a:t>Faster rollout with less custom code</a:t>
            </a:r>
          </a:p>
          <a:p>
            <a:r>
              <a:t>Aligned with Auth0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OAuth 2.0 &amp; OIDC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Authorization Code Flow with PKCE for SPA security</a:t>
            </a:r>
          </a:p>
          <a:p>
            <a:r>
              <a:t>OIDC for identity (ID Tokens)</a:t>
            </a:r>
          </a:p>
          <a:p>
            <a:r>
              <a:t>OAuth 2.0 for API authorization (Access Tokens)</a:t>
            </a:r>
          </a:p>
          <a:p>
            <a:r>
              <a:t>Client Credentials Flow for backend Management API calls</a:t>
            </a:r>
          </a:p>
          <a:p>
            <a:r>
              <a:t>Rejected Implicit Flow and ROPC for security reasons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Token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authenticates through Universal Login</a:t>
            </a:r>
          </a:p>
          <a:p>
            <a:r>
              <a:t>Auth0 issues ID + Access Tokens</a:t>
            </a:r>
          </a:p>
          <a:p>
            <a:r>
              <a:t>SPA calls backend API with Access Token</a:t>
            </a:r>
          </a:p>
          <a:p>
            <a:r>
              <a:t>Backend validates signature, audience, issuer, scopes</a:t>
            </a:r>
          </a:p>
          <a:p>
            <a:r>
              <a:t>Backend updates order metadata via Management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JWT validation with RS256 + JWKS</a:t>
            </a:r>
          </a:p>
          <a:p>
            <a:r>
              <a:t>Scope-based authorization enforcement</a:t>
            </a:r>
          </a:p>
          <a:p>
            <a:r>
              <a:t>Server-side email verification checks</a:t>
            </a:r>
          </a:p>
          <a:p>
            <a:r>
              <a:t>M2M secrets isolated from browser</a:t>
            </a:r>
          </a:p>
          <a:p>
            <a:r>
              <a:t>Refresh token rotation roadmap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Scopes vs RBAC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PoC uses lightweight scopes like create:orders</a:t>
            </a:r>
          </a:p>
          <a:p>
            <a:r>
              <a:t>Backend enforces authorization explicitly</a:t>
            </a:r>
          </a:p>
          <a:p>
            <a:r>
              <a:t>RBAC recommended when multiple user personas exist</a:t>
            </a:r>
          </a:p>
          <a:p>
            <a:r>
              <a:t>Architecture already supports future RBAC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→ Reduced credential liability</a:t>
            </a:r>
          </a:p>
          <a:p>
            <a:r>
              <a:t>Product → Frictionless login and social sign-in</a:t>
            </a:r>
          </a:p>
          <a:p>
            <a:r>
              <a:t>Marketing → Progressive profiling opportunities</a:t>
            </a:r>
          </a:p>
          <a:p>
            <a:r>
              <a:t>Operations → Reduced password reset support</a:t>
            </a:r>
          </a:p>
          <a:p>
            <a:r>
              <a:t>Future AI → Personalized reorder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orders into dedicated production database</a:t>
            </a:r>
          </a:p>
          <a:p>
            <a:r>
              <a:t>Enable refresh token rotation</a:t>
            </a:r>
          </a:p>
          <a:p>
            <a:r>
              <a:t>Custom Auth0 domain for branding</a:t>
            </a:r>
          </a:p>
          <a:p>
            <a:r>
              <a:t>Adaptive MFA and anomaly detection</a:t>
            </a:r>
          </a:p>
          <a:p>
            <a:r>
              <a:t>Observability through Auth0 log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signup and email verification</a:t>
            </a:r>
          </a:p>
          <a:p>
            <a:r>
              <a:t>Order placement flow</a:t>
            </a:r>
          </a:p>
          <a:p>
            <a:r>
              <a:t>JWT inspection and scope enforcement</a:t>
            </a:r>
          </a:p>
          <a:p>
            <a:r>
              <a:t>Google social login demonstration</a:t>
            </a:r>
          </a:p>
          <a:p>
            <a:r>
              <a:t>Auth0 dashboard and Actions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CIAM architecture using Auth0 best practices</a:t>
            </a:r>
          </a:p>
          <a:p>
            <a:r>
              <a:t>Strong balance between UX and security</a:t>
            </a:r>
          </a:p>
          <a:p>
            <a:r>
              <a:t>Scalable foundation for enterprise growth</a:t>
            </a:r>
          </a:p>
          <a:p>
            <a:r>
              <a:t>Designed for both technical and business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2179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Pizza42 + Auth0 | Pre-Sales Architecture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 Diagram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37160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React SPA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164592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Auth0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828800"/>
            <a:ext cx="164592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Backend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828800"/>
            <a:ext cx="1645920" cy="73152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Mgmt API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28800" y="219456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931920" y="2194560"/>
            <a:ext cx="6400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217920" y="2194560"/>
            <a:ext cx="36576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